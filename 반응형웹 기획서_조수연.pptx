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76" r:id="rId5"/>
    <p:sldId id="277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F0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00" autoAdjust="0"/>
    <p:restoredTop sz="94660"/>
  </p:normalViewPr>
  <p:slideViewPr>
    <p:cSldViewPr snapToGrid="0">
      <p:cViewPr varScale="1">
        <p:scale>
          <a:sx n="80" d="100"/>
          <a:sy n="80" d="100"/>
        </p:scale>
        <p:origin x="108" y="4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821132-5BCE-4DF0-8528-C9C7B51151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70AE68D-BC31-45B9-848B-216AEFB067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051703-1B52-4ECE-A223-36859E3A4F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D7DDF-C3C8-444E-819C-5C0421BFD5AD}" type="datetimeFigureOut">
              <a:rPr lang="ko-KR" altLang="en-US" smtClean="0"/>
              <a:t>2026-01-28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6749A0F-F9F0-4AE5-BD25-1A306493E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9E0803E-F22C-4600-A20E-0DC961A8E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15F45-23E5-4BFD-B85B-68D833967B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15139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76433C-6F8A-408C-A9C6-42DF2638E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3FF93F3-FDFF-40ED-8FE7-0DE35ADB6C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86827B4-4698-4282-B26B-2DD302F7D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D7DDF-C3C8-444E-819C-5C0421BFD5AD}" type="datetimeFigureOut">
              <a:rPr lang="ko-KR" altLang="en-US" smtClean="0"/>
              <a:t>2026-01-28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56FCDFF-C39C-42E5-B6FA-CB841E85D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0B53660-3861-49BE-949C-0A1C520A2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15F45-23E5-4BFD-B85B-68D833967B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59758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CB6018-6437-4C4C-954E-583F17DD35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E9721BE-4544-4458-AB37-6F8DD9D904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BA56CE1-EE63-4970-A0F2-8EFC82B07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D7DDF-C3C8-444E-819C-5C0421BFD5AD}" type="datetimeFigureOut">
              <a:rPr lang="ko-KR" altLang="en-US" smtClean="0"/>
              <a:t>2026-01-28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3C6DB42-2D11-42C4-980D-56278DF85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C897135-42CE-427E-A9D0-FCFF38D5C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15F45-23E5-4BFD-B85B-68D833967B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7507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A35D14-5164-4D78-AA35-759EAE621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0058DB-D17E-41F8-BA17-5AB5037AAC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53C9B0E-5C9F-4A90-8323-DE637D3ED1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E17FBD5-A90C-4F70-94A9-E51CBDC5BE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D7DDF-C3C8-444E-819C-5C0421BFD5AD}" type="datetimeFigureOut">
              <a:rPr lang="ko-KR" altLang="en-US" smtClean="0"/>
              <a:t>2026-01-28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34B55EB-FFF6-410F-98F6-B3576A905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E9AAEC2-1B91-4253-80A3-45BEAB8C6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15F45-23E5-4BFD-B85B-68D833967B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74009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E3E764-A8DA-4E72-9E20-9B8E33D97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CB7493A-C264-43BC-AA1C-65F40B9CF5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46CB55A-D3AF-46E4-9C9B-D71768091E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3E00E98-DFFA-40CF-A075-340682BDD8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62D5211-37C9-4BC1-AC8B-B8AFB6BE8B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21C3390-0B05-4463-8B38-6467D6A5A7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D7DDF-C3C8-444E-819C-5C0421BFD5AD}" type="datetimeFigureOut">
              <a:rPr lang="ko-KR" altLang="en-US" smtClean="0"/>
              <a:t>2026-01-28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350218D-2399-4DA8-BD34-1F4206222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2CD35A3-767D-44F3-B32D-B4E94AECB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15F45-23E5-4BFD-B85B-68D833967B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7257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E6A722-7AE1-4BCB-9324-C913A480E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9F2D281-792F-4FC2-9B4A-86BBD2040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D7DDF-C3C8-444E-819C-5C0421BFD5AD}" type="datetimeFigureOut">
              <a:rPr lang="ko-KR" altLang="en-US" smtClean="0"/>
              <a:t>2026-01-28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CCD572A-8DB1-4A75-AC67-388DC58D1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1A00246-6358-4A5B-A6AC-AC70F51F4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15F45-23E5-4BFD-B85B-68D833967B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38939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DCC376D-BBE7-428D-B20C-FF84465AB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D7DDF-C3C8-444E-819C-5C0421BFD5AD}" type="datetimeFigureOut">
              <a:rPr lang="ko-KR" altLang="en-US" smtClean="0"/>
              <a:t>2026-01-28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4AE25B9-1611-4DA3-B4D9-002F164CB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BC5DFA7-B457-41BF-8C0B-D2AF9E8BE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15F45-23E5-4BFD-B85B-68D833967B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61389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105B0F-6445-46C7-9D46-3BEC75654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0E04AD-447B-45F1-A032-867491E5CC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6006F5A-C6A4-4718-BFE2-1BEFDD0F4D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39CAF82-B8E6-4B35-A6B5-B0BB01CF1F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D7DDF-C3C8-444E-819C-5C0421BFD5AD}" type="datetimeFigureOut">
              <a:rPr lang="ko-KR" altLang="en-US" smtClean="0"/>
              <a:t>2026-01-28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9E7EDEA-BD34-4A09-B3FE-CB85387AA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9DDABBC-412A-4E3D-8C48-841CAFF89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15F45-23E5-4BFD-B85B-68D833967B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17976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79460F-7CAF-465E-91FF-835E65BFE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1A16931-0812-427F-AE19-A16CB61D5E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09691CD-C8F6-4E40-8D13-E41B789B08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B88FAEA-6C77-4E40-A3E7-AFF6664D1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D7DDF-C3C8-444E-819C-5C0421BFD5AD}" type="datetimeFigureOut">
              <a:rPr lang="ko-KR" altLang="en-US" smtClean="0"/>
              <a:t>2026-01-28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8D3EC6F-B0B6-4FD7-8870-8098F8E63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A3E0912-277D-496D-9F5B-EE11E7DE6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15F45-23E5-4BFD-B85B-68D833967B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7226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DC561C-98AE-44BA-A9DA-90DA8A089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3D92A30-711F-4A1F-A2B8-150272C3DC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B3208A9-4E50-4A4D-BBFA-4F0FFEBCE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D7DDF-C3C8-444E-819C-5C0421BFD5AD}" type="datetimeFigureOut">
              <a:rPr lang="ko-KR" altLang="en-US" smtClean="0"/>
              <a:t>2026-01-28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3AC4B92-5069-4C28-A96A-6C31C09692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B1BFB3-4682-42A4-ADEA-DD0580C37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15F45-23E5-4BFD-B85B-68D833967B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14849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06CC677-E2CE-4645-9FFE-88FCB43598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95C2CF6-1AB8-469A-B5DC-A4C4E3DCD3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0301951-4420-4767-A119-D49B7B1C6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D7DDF-C3C8-444E-819C-5C0421BFD5AD}" type="datetimeFigureOut">
              <a:rPr lang="ko-KR" altLang="en-US" smtClean="0"/>
              <a:t>2026-01-28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EE47522-4E1D-420A-861F-F97EB873F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64D1FC9-FF46-436F-8F1B-3B0E98EBB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15F45-23E5-4BFD-B85B-68D833967B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74014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CCAC861-B4CE-47E3-879F-B390CD69F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4696C49-D275-4D32-82B1-E1B5BB09D4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55973E1-3A6A-49D2-8A0E-4FB2D8B87A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0D7DDF-C3C8-444E-819C-5C0421BFD5AD}" type="datetimeFigureOut">
              <a:rPr lang="ko-KR" altLang="en-US" smtClean="0"/>
              <a:t>2026-01-28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4680F1D-0E13-4D0D-81AF-EA01570598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1FA0FD1-7C46-4198-8D8C-219D664B09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715F45-23E5-4BFD-B85B-68D833967B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76394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9D84F8-8800-4446-B1A8-E6E7917807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 anchor="ctr">
            <a:normAutofit/>
          </a:bodyPr>
          <a:lstStyle/>
          <a:p>
            <a:r>
              <a:rPr lang="ko-KR" altLang="en-US" sz="4800" dirty="0" err="1"/>
              <a:t>반응형웹</a:t>
            </a:r>
            <a:r>
              <a:rPr lang="ko-KR" altLang="en-US" sz="4800" dirty="0"/>
              <a:t> 기획서</a:t>
            </a:r>
            <a:r>
              <a:rPr lang="en-US" altLang="ko-KR" sz="4800" dirty="0"/>
              <a:t>_</a:t>
            </a:r>
            <a:r>
              <a:rPr lang="ko-KR" altLang="en-US" sz="4800" dirty="0"/>
              <a:t>조수연</a:t>
            </a:r>
          </a:p>
        </p:txBody>
      </p:sp>
    </p:spTree>
    <p:extLst>
      <p:ext uri="{BB962C8B-B14F-4D97-AF65-F5344CB8AC3E}">
        <p14:creationId xmlns:p14="http://schemas.microsoft.com/office/powerpoint/2010/main" val="12047276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9D84F8-8800-4446-B1A8-E6E7917807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 anchor="ctr">
            <a:normAutofit/>
          </a:bodyPr>
          <a:lstStyle/>
          <a:p>
            <a:r>
              <a:rPr lang="ko-KR" altLang="en-US" sz="4800" dirty="0"/>
              <a:t>목차</a:t>
            </a:r>
          </a:p>
        </p:txBody>
      </p:sp>
    </p:spTree>
    <p:extLst>
      <p:ext uri="{BB962C8B-B14F-4D97-AF65-F5344CB8AC3E}">
        <p14:creationId xmlns:p14="http://schemas.microsoft.com/office/powerpoint/2010/main" val="10146372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9D84F8-8800-4446-B1A8-E6E7917807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 anchor="ctr">
            <a:normAutofit/>
          </a:bodyPr>
          <a:lstStyle/>
          <a:p>
            <a:r>
              <a:rPr lang="ko-KR" altLang="en-US" sz="4800" dirty="0"/>
              <a:t>기획 의도</a:t>
            </a:r>
          </a:p>
        </p:txBody>
      </p:sp>
    </p:spTree>
    <p:extLst>
      <p:ext uri="{BB962C8B-B14F-4D97-AF65-F5344CB8AC3E}">
        <p14:creationId xmlns:p14="http://schemas.microsoft.com/office/powerpoint/2010/main" val="5477131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9091FD8-E1EF-47F3-A3EC-80BD2D8A2E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96348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47D049F-5C58-4863-AFB3-27CBC0E828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70212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9D84F8-8800-4446-B1A8-E6E7917807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 anchor="ctr">
            <a:normAutofit/>
          </a:bodyPr>
          <a:lstStyle/>
          <a:p>
            <a:r>
              <a:rPr lang="ko-KR" altLang="en-US" sz="4800" dirty="0"/>
              <a:t>사이트 분석</a:t>
            </a:r>
          </a:p>
        </p:txBody>
      </p:sp>
    </p:spTree>
    <p:extLst>
      <p:ext uri="{BB962C8B-B14F-4D97-AF65-F5344CB8AC3E}">
        <p14:creationId xmlns:p14="http://schemas.microsoft.com/office/powerpoint/2010/main" val="35993346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9D84F8-8800-4446-B1A8-E6E7917807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 anchor="ctr">
            <a:normAutofit/>
          </a:bodyPr>
          <a:lstStyle/>
          <a:p>
            <a:r>
              <a:rPr lang="ko-KR" altLang="en-US" sz="4800" dirty="0"/>
              <a:t>시장조사</a:t>
            </a:r>
          </a:p>
        </p:txBody>
      </p:sp>
    </p:spTree>
    <p:extLst>
      <p:ext uri="{BB962C8B-B14F-4D97-AF65-F5344CB8AC3E}">
        <p14:creationId xmlns:p14="http://schemas.microsoft.com/office/powerpoint/2010/main" val="12569072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9D84F8-8800-4446-B1A8-E6E7917807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 anchor="ctr">
            <a:normAutofit/>
          </a:bodyPr>
          <a:lstStyle/>
          <a:p>
            <a:r>
              <a:rPr lang="ko-KR" altLang="en-US" sz="4800" dirty="0"/>
              <a:t>벤치마킹</a:t>
            </a:r>
          </a:p>
        </p:txBody>
      </p:sp>
    </p:spTree>
    <p:extLst>
      <p:ext uri="{BB962C8B-B14F-4D97-AF65-F5344CB8AC3E}">
        <p14:creationId xmlns:p14="http://schemas.microsoft.com/office/powerpoint/2010/main" val="40676595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9D84F8-8800-4446-B1A8-E6E7917807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 anchor="ctr">
            <a:normAutofit/>
          </a:bodyPr>
          <a:lstStyle/>
          <a:p>
            <a:r>
              <a:rPr lang="ko-KR" altLang="en-US" sz="4800" dirty="0" err="1"/>
              <a:t>포지셔닝맵</a:t>
            </a:r>
            <a:endParaRPr lang="ko-KR" altLang="en-US" sz="4800" dirty="0"/>
          </a:p>
        </p:txBody>
      </p:sp>
    </p:spTree>
    <p:extLst>
      <p:ext uri="{BB962C8B-B14F-4D97-AF65-F5344CB8AC3E}">
        <p14:creationId xmlns:p14="http://schemas.microsoft.com/office/powerpoint/2010/main" val="5398350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9D84F8-8800-4446-B1A8-E6E7917807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 anchor="ctr">
            <a:normAutofit/>
          </a:bodyPr>
          <a:lstStyle/>
          <a:p>
            <a:r>
              <a:rPr lang="en-US" altLang="ko-KR" sz="4800" dirty="0"/>
              <a:t>SWOT </a:t>
            </a:r>
            <a:r>
              <a:rPr lang="ko-KR" altLang="en-US" sz="4800" dirty="0"/>
              <a:t>분석</a:t>
            </a:r>
          </a:p>
        </p:txBody>
      </p:sp>
    </p:spTree>
    <p:extLst>
      <p:ext uri="{BB962C8B-B14F-4D97-AF65-F5344CB8AC3E}">
        <p14:creationId xmlns:p14="http://schemas.microsoft.com/office/powerpoint/2010/main" val="20799754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9D84F8-8800-4446-B1A8-E6E7917807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 anchor="ctr">
            <a:normAutofit/>
          </a:bodyPr>
          <a:lstStyle/>
          <a:p>
            <a:r>
              <a:rPr lang="ko-KR" altLang="en-US" sz="4800" dirty="0"/>
              <a:t>사용자분석</a:t>
            </a:r>
            <a:r>
              <a:rPr lang="en-US" altLang="ko-KR" sz="4800" dirty="0"/>
              <a:t>(</a:t>
            </a:r>
            <a:r>
              <a:rPr lang="ko-KR" altLang="en-US" sz="4800" dirty="0"/>
              <a:t>페르소나</a:t>
            </a:r>
            <a:r>
              <a:rPr lang="en-US" altLang="ko-KR" sz="4800" dirty="0"/>
              <a:t>)</a:t>
            </a:r>
            <a:endParaRPr lang="ko-KR" altLang="en-US" sz="4800" dirty="0"/>
          </a:p>
        </p:txBody>
      </p:sp>
    </p:spTree>
    <p:extLst>
      <p:ext uri="{BB962C8B-B14F-4D97-AF65-F5344CB8AC3E}">
        <p14:creationId xmlns:p14="http://schemas.microsoft.com/office/powerpoint/2010/main" val="10457804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9D84F8-8800-4446-B1A8-E6E7917807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 anchor="ctr">
            <a:normAutofit/>
          </a:bodyPr>
          <a:lstStyle/>
          <a:p>
            <a:r>
              <a:rPr lang="ko-KR" altLang="en-US" sz="4800" dirty="0" err="1"/>
              <a:t>디자인컨셉</a:t>
            </a:r>
            <a:endParaRPr lang="ko-KR" altLang="en-US" sz="4800" dirty="0"/>
          </a:p>
        </p:txBody>
      </p:sp>
    </p:spTree>
    <p:extLst>
      <p:ext uri="{BB962C8B-B14F-4D97-AF65-F5344CB8AC3E}">
        <p14:creationId xmlns:p14="http://schemas.microsoft.com/office/powerpoint/2010/main" val="30813454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9D84F8-8800-4446-B1A8-E6E7917807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 anchor="ctr">
            <a:normAutofit/>
          </a:bodyPr>
          <a:lstStyle/>
          <a:p>
            <a:r>
              <a:rPr lang="ko-KR" altLang="en-US" sz="4800" dirty="0"/>
              <a:t>정보구조설계</a:t>
            </a:r>
          </a:p>
        </p:txBody>
      </p:sp>
    </p:spTree>
    <p:extLst>
      <p:ext uri="{BB962C8B-B14F-4D97-AF65-F5344CB8AC3E}">
        <p14:creationId xmlns:p14="http://schemas.microsoft.com/office/powerpoint/2010/main" val="39421713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9D84F8-8800-4446-B1A8-E6E7917807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 anchor="ctr">
            <a:normAutofit/>
          </a:bodyPr>
          <a:lstStyle/>
          <a:p>
            <a:r>
              <a:rPr lang="ko-KR" altLang="en-US" sz="4800" dirty="0"/>
              <a:t>와이어프레임 설계</a:t>
            </a:r>
          </a:p>
        </p:txBody>
      </p:sp>
    </p:spTree>
    <p:extLst>
      <p:ext uri="{BB962C8B-B14F-4D97-AF65-F5344CB8AC3E}">
        <p14:creationId xmlns:p14="http://schemas.microsoft.com/office/powerpoint/2010/main" val="6958045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9D84F8-8800-4446-B1A8-E6E7917807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 anchor="ctr">
            <a:normAutofit/>
          </a:bodyPr>
          <a:lstStyle/>
          <a:p>
            <a:r>
              <a:rPr lang="ko-KR" altLang="en-US" sz="4800" dirty="0"/>
              <a:t>워크플로우</a:t>
            </a:r>
          </a:p>
        </p:txBody>
      </p:sp>
    </p:spTree>
    <p:extLst>
      <p:ext uri="{BB962C8B-B14F-4D97-AF65-F5344CB8AC3E}">
        <p14:creationId xmlns:p14="http://schemas.microsoft.com/office/powerpoint/2010/main" val="9570132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9D84F8-8800-4446-B1A8-E6E7917807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 anchor="ctr">
            <a:normAutofit/>
          </a:bodyPr>
          <a:lstStyle/>
          <a:p>
            <a:r>
              <a:rPr lang="ko-KR" altLang="en-US" sz="4800" dirty="0"/>
              <a:t>스타일가이드</a:t>
            </a:r>
          </a:p>
        </p:txBody>
      </p:sp>
    </p:spTree>
    <p:extLst>
      <p:ext uri="{BB962C8B-B14F-4D97-AF65-F5344CB8AC3E}">
        <p14:creationId xmlns:p14="http://schemas.microsoft.com/office/powerpoint/2010/main" val="34705667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9D84F8-8800-4446-B1A8-E6E7917807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 anchor="ctr">
            <a:normAutofit/>
          </a:bodyPr>
          <a:lstStyle/>
          <a:p>
            <a:r>
              <a:rPr lang="ko-KR" altLang="en-US" sz="4800" dirty="0"/>
              <a:t>디자인시안</a:t>
            </a:r>
          </a:p>
        </p:txBody>
      </p:sp>
    </p:spTree>
    <p:extLst>
      <p:ext uri="{BB962C8B-B14F-4D97-AF65-F5344CB8AC3E}">
        <p14:creationId xmlns:p14="http://schemas.microsoft.com/office/powerpoint/2010/main" val="26881572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9D84F8-8800-4446-B1A8-E6E7917807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 anchor="ctr">
            <a:normAutofit/>
          </a:bodyPr>
          <a:lstStyle/>
          <a:p>
            <a:r>
              <a:rPr lang="ko-KR" altLang="en-US" sz="4800" dirty="0"/>
              <a:t>개발환경 및 사용 툴</a:t>
            </a:r>
          </a:p>
        </p:txBody>
      </p:sp>
    </p:spTree>
    <p:extLst>
      <p:ext uri="{BB962C8B-B14F-4D97-AF65-F5344CB8AC3E}">
        <p14:creationId xmlns:p14="http://schemas.microsoft.com/office/powerpoint/2010/main" val="8376838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9D84F8-8800-4446-B1A8-E6E7917807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 anchor="ctr">
            <a:normAutofit/>
          </a:bodyPr>
          <a:lstStyle/>
          <a:p>
            <a:r>
              <a:rPr lang="en-US" altLang="ko-KR" sz="4800" dirty="0"/>
              <a:t>DB</a:t>
            </a:r>
            <a:r>
              <a:rPr lang="ko-KR" altLang="en-US" sz="4800" dirty="0"/>
              <a:t>설계</a:t>
            </a:r>
          </a:p>
        </p:txBody>
      </p:sp>
    </p:spTree>
    <p:extLst>
      <p:ext uri="{BB962C8B-B14F-4D97-AF65-F5344CB8AC3E}">
        <p14:creationId xmlns:p14="http://schemas.microsoft.com/office/powerpoint/2010/main" val="32174596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9D84F8-8800-4446-B1A8-E6E7917807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 anchor="ctr">
            <a:normAutofit/>
          </a:bodyPr>
          <a:lstStyle/>
          <a:p>
            <a:r>
              <a:rPr lang="ko-KR" altLang="en-US" sz="4800" dirty="0"/>
              <a:t>작업 스케줄표</a:t>
            </a:r>
          </a:p>
        </p:txBody>
      </p:sp>
    </p:spTree>
    <p:extLst>
      <p:ext uri="{BB962C8B-B14F-4D97-AF65-F5344CB8AC3E}">
        <p14:creationId xmlns:p14="http://schemas.microsoft.com/office/powerpoint/2010/main" val="9575548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9D84F8-8800-4446-B1A8-E6E7917807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 anchor="ctr">
            <a:normAutofit/>
          </a:bodyPr>
          <a:lstStyle/>
          <a:p>
            <a:r>
              <a:rPr lang="ko-KR" altLang="en-US" sz="4800" dirty="0"/>
              <a:t>향후 계획</a:t>
            </a:r>
          </a:p>
        </p:txBody>
      </p:sp>
    </p:spTree>
    <p:extLst>
      <p:ext uri="{BB962C8B-B14F-4D97-AF65-F5344CB8AC3E}">
        <p14:creationId xmlns:p14="http://schemas.microsoft.com/office/powerpoint/2010/main" val="35962675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retendard">
      <a:majorFont>
        <a:latin typeface="Pretendard JP SemiBold"/>
        <a:ea typeface="Pretendard SemiBold"/>
        <a:cs typeface=""/>
      </a:majorFont>
      <a:minorFont>
        <a:latin typeface="Pretendard Medium"/>
        <a:ea typeface="Pretendard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35</Words>
  <Application>Microsoft Office PowerPoint</Application>
  <PresentationFormat>와이드스크린</PresentationFormat>
  <Paragraphs>19</Paragraphs>
  <Slides>21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5" baseType="lpstr">
      <vt:lpstr>Pretendard JP SemiBold</vt:lpstr>
      <vt:lpstr>Pretendard Medium</vt:lpstr>
      <vt:lpstr>Arial</vt:lpstr>
      <vt:lpstr>Office 테마</vt:lpstr>
      <vt:lpstr>반응형웹 기획서_조수연</vt:lpstr>
      <vt:lpstr>목차</vt:lpstr>
      <vt:lpstr>기획 의도</vt:lpstr>
      <vt:lpstr>PowerPoint 프레젠테이션</vt:lpstr>
      <vt:lpstr>PowerPoint 프레젠테이션</vt:lpstr>
      <vt:lpstr>사이트 분석</vt:lpstr>
      <vt:lpstr>시장조사</vt:lpstr>
      <vt:lpstr>벤치마킹</vt:lpstr>
      <vt:lpstr>포지셔닝맵</vt:lpstr>
      <vt:lpstr>SWOT 분석</vt:lpstr>
      <vt:lpstr>사용자분석(페르소나)</vt:lpstr>
      <vt:lpstr>디자인컨셉</vt:lpstr>
      <vt:lpstr>정보구조설계</vt:lpstr>
      <vt:lpstr>와이어프레임 설계</vt:lpstr>
      <vt:lpstr>워크플로우</vt:lpstr>
      <vt:lpstr>스타일가이드</vt:lpstr>
      <vt:lpstr>디자인시안</vt:lpstr>
      <vt:lpstr>개발환경 및 사용 툴</vt:lpstr>
      <vt:lpstr>DB설계</vt:lpstr>
      <vt:lpstr>작업 스케줄표</vt:lpstr>
      <vt:lpstr>향후 계획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반응형웹 기획서_조수연</dc:title>
  <dc:creator>Administrator</dc:creator>
  <cp:lastModifiedBy>Administrator</cp:lastModifiedBy>
  <cp:revision>2</cp:revision>
  <dcterms:created xsi:type="dcterms:W3CDTF">2026-01-27T07:22:04Z</dcterms:created>
  <dcterms:modified xsi:type="dcterms:W3CDTF">2026-01-28T06:06:47Z</dcterms:modified>
</cp:coreProperties>
</file>